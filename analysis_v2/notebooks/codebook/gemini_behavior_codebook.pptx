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Annotated Behavior Categories Across All Speaking 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behavioral codebook used for multimodal team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Broader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field_significance</a:t>
            </a:r>
          </a:p>
          <a:p>
            <a:r>
              <a:t>funding_priority_alignment</a:t>
            </a:r>
          </a:p>
          <a:p>
            <a:r>
              <a:t>societal_significance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Complementarity Articulation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expertise_complementarity</a:t>
            </a:r>
          </a:p>
          <a:p>
            <a:r>
              <a:t>method_complementarity</a:t>
            </a:r>
          </a:p>
          <a:p>
            <a:r>
              <a:t>resource_complementarity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Coordination &amp; Decision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calls_for_decision</a:t>
            </a:r>
          </a:p>
          <a:p>
            <a:r>
              <a:t>checks_consensus</a:t>
            </a:r>
          </a:p>
          <a:p>
            <a:r>
              <a:t>invites_contribution</a:t>
            </a:r>
          </a:p>
          <a:p>
            <a:r>
              <a:t>named_next_step</a:t>
            </a:r>
          </a:p>
          <a:p>
            <a:r>
              <a:t>proposes_next_step</a:t>
            </a:r>
          </a:p>
          <a:p>
            <a:r>
              <a:t>proposes_process</a:t>
            </a:r>
          </a:p>
          <a:p>
            <a:r>
              <a:t>records_or_documents</a:t>
            </a:r>
          </a:p>
          <a:p>
            <a:r>
              <a:t>redirects_speaker</a:t>
            </a:r>
          </a:p>
          <a:p>
            <a:r>
              <a:t>scope_calibration</a:t>
            </a:r>
          </a:p>
          <a:p>
            <a:r>
              <a:t>summarizes_for_group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Epistemic Bridging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connects_methods</a:t>
            </a:r>
          </a:p>
          <a:p>
            <a:r>
              <a:t>reframes_cross_disciplinarily</a:t>
            </a:r>
          </a:p>
          <a:p>
            <a:r>
              <a:t>translates_terminology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compares_options</a:t>
            </a:r>
          </a:p>
          <a:p>
            <a:r>
              <a:t>critiques_or_challenges</a:t>
            </a:r>
          </a:p>
          <a:p>
            <a:r>
              <a:t>defends</a:t>
            </a:r>
          </a:p>
          <a:p>
            <a:r>
              <a:t>devil_advocate</a:t>
            </a:r>
          </a:p>
          <a:p>
            <a:r>
              <a:t>evaluates</a:t>
            </a:r>
          </a:p>
          <a:p>
            <a:r>
              <a:t>explores_possibility</a:t>
            </a:r>
          </a:p>
          <a:p>
            <a:r>
              <a:t>extends_existing_idea</a:t>
            </a:r>
          </a:p>
          <a:p>
            <a:r>
              <a:t>raises_concern</a:t>
            </a:r>
          </a:p>
          <a:p>
            <a:r>
              <a:t>resolves_contradiction</a:t>
            </a:r>
          </a:p>
          <a:p>
            <a:r>
              <a:t>setback_response_accepts_builds</a:t>
            </a:r>
          </a:p>
          <a:p>
            <a:r>
              <a:t>setback_response_defends</a:t>
            </a:r>
          </a:p>
          <a:p>
            <a:r>
              <a:t>setback_response_explores</a:t>
            </a:r>
          </a:p>
          <a:p>
            <a:r>
              <a:t>setback_response_redirects</a:t>
            </a:r>
          </a:p>
          <a:p>
            <a:r>
              <a:t>supports_or_validates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Future-Oriented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named_next_step</a:t>
            </a:r>
          </a:p>
          <a:p>
            <a:r>
              <a:t>specific_future_plan</a:t>
            </a:r>
          </a:p>
          <a:p>
            <a:r>
              <a:t>vague_future_reference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attributes_to_other</a:t>
            </a:r>
          </a:p>
          <a:p>
            <a:r>
              <a:t>combines_ideas</a:t>
            </a:r>
          </a:p>
          <a:p>
            <a:r>
              <a:t>extends_existing_idea</a:t>
            </a:r>
          </a:p>
          <a:p>
            <a:r>
              <a:t>proposes_new_idea</a:t>
            </a:r>
          </a:p>
          <a:p>
            <a:r>
              <a:t>redirects_idea</a:t>
            </a:r>
          </a:p>
          <a:p>
            <a:r>
              <a:t>returns_to_earlier_idea</a:t>
            </a:r>
          </a:p>
          <a:p>
            <a:r>
              <a:t>synthesizes_contributions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Novelty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novelty_recognized_other</a:t>
            </a:r>
          </a:p>
          <a:p>
            <a:r>
              <a:t>novelty_recognized_self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Ownership &amp; Attribution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attributes_to_other</a:t>
            </a:r>
          </a:p>
          <a:p>
            <a:r>
              <a:t>challenges_attribution</a:t>
            </a:r>
          </a:p>
          <a:p>
            <a:r>
              <a:t>claims_own_idea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Seeking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asks_clarifying_question</a:t>
            </a:r>
          </a:p>
          <a:p>
            <a:r>
              <a:t>asks_factual_question</a:t>
            </a:r>
          </a:p>
          <a:p>
            <a:r>
              <a:t>asks_for_elaboration</a:t>
            </a:r>
          </a:p>
          <a:p>
            <a:r>
              <a:t>asks_for_opinion</a:t>
            </a:r>
          </a:p>
          <a:p>
            <a:r>
              <a:t>asks_rhetorical_question</a:t>
            </a:r>
          </a:p>
          <a:p>
            <a:r>
              <a:t>invites_contribution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connects_methods</a:t>
            </a:r>
          </a:p>
          <a:p>
            <a:r>
              <a:t>extends_existing_idea</a:t>
            </a:r>
          </a:p>
          <a:p>
            <a:r>
              <a:t>frames_shared_problem</a:t>
            </a:r>
          </a:p>
          <a:p>
            <a:r>
              <a:t>identifies_common_ground</a:t>
            </a:r>
          </a:p>
          <a:p>
            <a:r>
              <a:t>resolves_contradiction</a:t>
            </a:r>
          </a:p>
          <a:p>
            <a:r>
              <a:t>synthesizes_contributions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shares_data_or_findings</a:t>
            </a:r>
          </a:p>
          <a:p>
            <a:r>
              <a:t>shares_domain_knowledge</a:t>
            </a:r>
          </a:p>
          <a:p>
            <a:r>
              <a:t>shares_factual_knowledge</a:t>
            </a:r>
          </a:p>
          <a:p>
            <a:r>
              <a:t>shares_method_or_approach</a:t>
            </a:r>
          </a:p>
          <a:p>
            <a:r>
              <a:t>shares_personal_experience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Participation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encourages_participation</a:t>
            </a:r>
          </a:p>
          <a:p>
            <a:r>
              <a:t>gatekeeps</a:t>
            </a:r>
          </a:p>
          <a:p>
            <a:r>
              <a:t>invites_contribution</a:t>
            </a:r>
          </a:p>
          <a:p>
            <a:r>
              <a:t>redirects_speaker</a:t>
            </a:r>
          </a:p>
          <a:p>
            <a:r>
              <a:t>summarizes_for_group</a:t>
            </a:r>
          </a:p>
          <a:p>
            <a:r>
              <a:t>yields_floor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Pronoun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ambiguous</a:t>
            </a:r>
          </a:p>
          <a:p>
            <a:r>
              <a:t>individual_framing</a:t>
            </a:r>
          </a:p>
          <a:p>
            <a:r>
              <a:t>joint_framing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Climate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encourages_participation</a:t>
            </a:r>
          </a:p>
          <a:p>
            <a:r>
              <a:t>expresses_appreciation</a:t>
            </a:r>
          </a:p>
          <a:p>
            <a:r>
              <a:t>expresses_enthusiasm</a:t>
            </a:r>
          </a:p>
          <a:p>
            <a:r>
              <a:t>manages_tension</a:t>
            </a:r>
          </a:p>
          <a:p>
            <a:r>
              <a:t>supports_or_validates</a:t>
            </a:r>
          </a:p>
          <a:p>
            <a:r>
              <a:t>uses_humor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Anticipation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explicit_role_assignment</a:t>
            </a:r>
          </a:p>
          <a:p>
            <a:r>
              <a:t>implicit_role_suggestion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 behavior codes across all speaking turns</a:t>
            </a:r>
          </a:p>
          <a:p>
            <a:r>
              <a:t>Supports interpretability and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